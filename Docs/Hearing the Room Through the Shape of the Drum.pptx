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67" d="100"/>
          <a:sy n="67" d="100"/>
        </p:scale>
        <p:origin x="582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9894E-B9A0-7744-FF67-A895C4BA20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12410B-3DED-E98B-EA6F-09BE9AC0F7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6B45-DA51-1359-0A9F-762667A94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B6BB3-2490-0713-2A6F-6496BE1C6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A229D-E233-0760-B9CF-9463237A2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72807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558B-1756-FBD3-C759-C63581505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8A594-4816-C26B-C3E6-C92F7D0F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39856-1867-79D7-B940-07B9312CD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8AC50-DB2F-F128-DF27-7BCAD39AC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064232-1E7B-E114-43AC-246E70B3E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10398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D9528-565E-ED98-F40E-F23A3D71D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ABB18-3774-140D-20D1-B582EDC32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BEDAA-3085-A215-D46D-27429735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3ACC9-0C68-2813-8136-D535C1814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CE2B4-3E94-FD54-D4C1-662D98167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9980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3EFC1-26B6-F544-ED4D-BBE0E7E69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18D25-46B5-803B-0D36-A8C3532557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24C5CF-0B1C-F6D8-0737-D60904462B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64312-3A6D-96A0-3388-7EE45A4E1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9D3735-C9CD-0DBF-BE0F-08EE6B9BB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4231A-22D7-8126-9F73-C53A4CE7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93695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AC127-7652-9EA4-4DCA-8E092848D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6778BD-9594-C311-6337-D79E95BE5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B54E3-5406-5B8B-2F93-0678CA615F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2B3A8-3BF6-EBF9-C881-8264AB872F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81C735-238D-C1AB-C175-756CAC5AA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878F54-AE0B-C3C9-678D-1E77DBAD2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464624-04DB-7D0C-2E8C-9B85F115A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1DB4B3-D5BF-AD81-1017-AC24ECC61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5556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35C3-81CC-8F56-63C4-E2F89A159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F711FA-4CBB-5B9B-7B2D-B5385C19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29FBD2-EA12-D67D-4761-27C80DA1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CF5DA4-BDE6-4D36-EE46-FFC6369A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739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A3C722-AE76-9A6C-CE82-A8BAD0CE5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0F3D4B-177E-87CA-5212-3B6E1C14E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BE44A-FC84-521F-4CB1-E837451A1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7011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8F94-954A-0307-F843-4B74E9D1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E4166-B641-346B-3AD1-4C8E76531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7FA8D-113B-3A77-4082-325F61EE6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C7E2C-8EBD-CEF4-9DC8-B4524C9E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12CDB4-07AC-E269-9C53-4828B01FD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0CBB5-5622-0693-9512-11468F2B9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18827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AD89F-20B5-7042-8A7F-DE25D9898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CB68CD-83C0-AFEB-9DAF-2F80937726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80603C-DAD2-0703-650E-8370AB86EB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6BFDF-809D-91CA-973F-3DAC9C84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34FD4-82DF-C158-E4A6-BA109E21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69517-45A3-2012-6027-E2F4CB9DB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5005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B39F-5407-8569-2591-20E287FF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24DC1C-4E96-A570-B237-8C103140B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250CA-894A-4745-5BB4-3757E36F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E9A21-97E6-EB18-E59C-503D7762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209EF-2F3A-76A3-7881-6C7310B5A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75654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C528FA-FD3B-7A52-41EF-3EABE7A8D0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0521AD-5BC9-0271-DB00-3C1DD1DAB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F7EEF-BFA1-67E8-A7FE-B5D68F4D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259C7-E2D2-8C0E-E1E2-4CEE5CE66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1B2B1-BF3D-832A-4C7F-6212C5E1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0636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401500-9DDF-67F2-3847-03216C91B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89BEE-056C-683A-C2CD-F15C69476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466E2-0E9C-1037-BC1C-DEFB6AF068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3EBA9-E970-4212-A825-EC7D001314A2}" type="datetimeFigureOut">
              <a:rPr lang="en-IL" smtClean="0"/>
              <a:t>15/06/2026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A23B-32FA-261A-2779-D419FAA76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73E9C-982E-240E-E6E4-02D313E5A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85896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8000"/>
                <a:lumOff val="92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266C3769-F098-D0F6-2173-DC8598C04B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9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5000" contrast="-3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9314" y="0"/>
            <a:ext cx="3822686" cy="3845152"/>
          </a:xfrm>
          <a:prstGeom prst="rect">
            <a:avLst/>
          </a:prstGeom>
          <a:effectLst>
            <a:outerShdw blurRad="596900" dist="50800" dir="5400000" algn="ctr" rotWithShape="0">
              <a:srgbClr val="000000"/>
            </a:outerShdw>
            <a:softEdge rad="571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3EA040-F5A6-C0C7-2AF2-62AB10BA9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324" y="-217023"/>
            <a:ext cx="7989409" cy="2369217"/>
          </a:xfrm>
        </p:spPr>
        <p:txBody>
          <a:bodyPr>
            <a:normAutofit fontScale="90000"/>
          </a:bodyPr>
          <a:lstStyle/>
          <a:p>
            <a:r>
              <a:rPr lang="en-IL" b="1" dirty="0"/>
              <a:t>Hearing the Room Through the Shape of the Drum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74FC50-D636-8F2F-1F13-CADE7C65F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2078" y="6302997"/>
            <a:ext cx="9144000" cy="584237"/>
          </a:xfrm>
        </p:spPr>
        <p:txBody>
          <a:bodyPr>
            <a:normAutofit/>
          </a:bodyPr>
          <a:lstStyle/>
          <a:p>
            <a:r>
              <a:rPr lang="en-IL" sz="3200" dirty="0"/>
              <a:t>Weizmann Institute of Science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E4F70B-9FA8-FFF7-9A81-D2BF94A2C14A}"/>
              </a:ext>
            </a:extLst>
          </p:cNvPr>
          <p:cNvSpPr txBox="1">
            <a:spLocks/>
          </p:cNvSpPr>
          <p:nvPr/>
        </p:nvSpPr>
        <p:spPr>
          <a:xfrm>
            <a:off x="59324" y="2234658"/>
            <a:ext cx="7020000" cy="18004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L" sz="4000" b="1" i="1" dirty="0"/>
              <a:t>Modal-Guided Sound Recovery from Multi-Point Surface Vibrations</a:t>
            </a:r>
          </a:p>
        </p:txBody>
      </p:sp>
      <p:pic>
        <p:nvPicPr>
          <p:cNvPr id="1026" name="Picture 2" descr=" Shai Bagon">
            <a:extLst>
              <a:ext uri="{FF2B5EF4-FFF2-40B4-BE49-F238E27FC236}">
                <a16:creationId xmlns:a16="http://schemas.microsoft.com/office/drawing/2014/main" id="{A0E731C6-236B-75B7-6A3E-307DAADA4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343" y="4174149"/>
            <a:ext cx="1679250" cy="16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913E983-4F61-4A70-B3D0-40AB98783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23" y="4247710"/>
            <a:ext cx="1413445" cy="1541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9EBA879-10C4-51A2-5A11-60C7FEDB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9949" y="4184555"/>
            <a:ext cx="1525718" cy="16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AEA3DDD-CCF2-C775-68E1-941FB63058C7}"/>
              </a:ext>
            </a:extLst>
          </p:cNvPr>
          <p:cNvSpPr txBox="1">
            <a:spLocks/>
          </p:cNvSpPr>
          <p:nvPr/>
        </p:nvSpPr>
        <p:spPr>
          <a:xfrm>
            <a:off x="1641000" y="5859248"/>
            <a:ext cx="9594000" cy="584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Shai </a:t>
            </a:r>
            <a:r>
              <a:rPr lang="en-US" sz="2800" dirty="0" err="1"/>
              <a:t>Bagon</a:t>
            </a:r>
            <a:r>
              <a:rPr lang="en-US" sz="2800" dirty="0"/>
              <a:t>                      Matan Kichler                     Mark Sheinin</a:t>
            </a:r>
            <a:endParaRPr lang="en-IL" sz="2800" dirty="0"/>
          </a:p>
        </p:txBody>
      </p:sp>
    </p:spTree>
    <p:extLst>
      <p:ext uri="{BB962C8B-B14F-4D97-AF65-F5344CB8AC3E}">
        <p14:creationId xmlns:p14="http://schemas.microsoft.com/office/powerpoint/2010/main" val="6869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143CD-4B2C-D4CB-8E67-33008E35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Surface Vibration Model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30FE7F-CD30-1579-013A-83B33A85C2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00" y="2234857"/>
                <a:ext cx="9495000" cy="121500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>
                          <a:latin typeface="Cambria Math" panose="02040503050406030204" pitchFamily="18" charset="0"/>
                        </a:rPr>
                        <m:t>𝜌</m:t>
                      </m:r>
                      <m:f>
                        <m:f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IL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L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IL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IL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𝑇</m:t>
                      </m:r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𝐷</m:t>
                      </m:r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30FE7F-CD30-1579-013A-83B33A85C2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00" y="2234857"/>
                <a:ext cx="9495000" cy="1215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EAA3E79F-EBE6-3F62-4001-58214B45F1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000" y="3360286"/>
                <a:ext cx="10927800" cy="351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out-of-plane displacement of the surface at spatial location </a:t>
                </a:r>
                <a14:m>
                  <m:oMath xmlns:m="http://schemas.openxmlformats.org/officeDocument/2006/math"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and time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: areal mass density of the surface.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spatially dependent damping coefficient.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 in-plane tension of the surface, dominant for membranes.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flexural rigidity, dominant for thin plates.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I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 Laplacian of the displacement, related to membrane-like wave behavior.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IL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 biharmonic operator, related to the bending behavior of plates.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external forcing per unit area, induced by acoustic pressure.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EAA3E79F-EBE6-3F62-4001-58214B45F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0" y="3360286"/>
                <a:ext cx="10927800" cy="3510000"/>
              </a:xfrm>
              <a:prstGeom prst="rect">
                <a:avLst/>
              </a:prstGeom>
              <a:blipFill>
                <a:blip r:embed="rId3"/>
                <a:stretch>
                  <a:fillRect l="-669" t="-347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D51C7348-EEDF-55B6-1BF8-E9FAB76FAE85}"/>
              </a:ext>
            </a:extLst>
          </p:cNvPr>
          <p:cNvSpPr txBox="1">
            <a:spLocks/>
          </p:cNvSpPr>
          <p:nvPr/>
        </p:nvSpPr>
        <p:spPr>
          <a:xfrm>
            <a:off x="826486" y="1279182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General wave equation: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4099968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77F4A9-7FA3-D67F-38E9-F2CC93F37D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468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77F4A9-7FA3-D67F-38E9-F2CC93F3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468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D7312B0-891C-939D-FD0B-D28D85C382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3294000"/>
                <a:ext cx="10515600" cy="2233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spatial eigenfunction, also called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 shape.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temporal modal coordinate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: number of modes used in the approximation.</a:t>
                </a: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D7312B0-891C-939D-FD0B-D28D85C38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3294000"/>
                <a:ext cx="10515600" cy="2233375"/>
              </a:xfrm>
              <a:prstGeom prst="rect">
                <a:avLst/>
              </a:prstGeom>
              <a:blipFill>
                <a:blip r:embed="rId3"/>
                <a:stretch>
                  <a:fillRect l="-1043" t="-463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58081E3C-A29B-EDFE-45D4-A12084D8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Modal Decomposition</a:t>
            </a:r>
            <a:endParaRPr lang="en-IL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DAE780C-C246-55EC-5C28-334B9DC08A4D}"/>
              </a:ext>
            </a:extLst>
          </p:cNvPr>
          <p:cNvSpPr txBox="1">
            <a:spLocks/>
          </p:cNvSpPr>
          <p:nvPr/>
        </p:nvSpPr>
        <p:spPr>
          <a:xfrm>
            <a:off x="838200" y="1095375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Expansion into vibration modes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2052151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4000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Second-order modal oscillator: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3829" y="1690688"/>
                <a:ext cx="10515600" cy="1063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𝜁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3829" y="1690688"/>
                <a:ext cx="10515600" cy="1063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temporal activation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first temporal derivative, modal velocity.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second temporal derivative, modal acceleration.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natural angular frequency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damping ratio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coupling coefficient between acoustic pressure and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acoustic pressure signal driving the surface.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noise or modeling error for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  <a:blipFill>
                <a:blip r:embed="rId3"/>
                <a:stretch>
                  <a:fillRect l="-928" t="-2946" r="-34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D9611555-63A5-100B-6041-9141ABB89496}"/>
              </a:ext>
            </a:extLst>
          </p:cNvPr>
          <p:cNvSpPr txBox="1">
            <a:spLocks/>
          </p:cNvSpPr>
          <p:nvPr/>
        </p:nvSpPr>
        <p:spPr>
          <a:xfrm>
            <a:off x="741000" y="195407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Modal Decomposition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985308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6CC5536-7B8B-BAB9-0D36-D866417513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00" y="2754000"/>
            <a:ext cx="4565200" cy="1440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792627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5628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701959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371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Hearing the Room Through the Shape of the Drum</vt:lpstr>
      <vt:lpstr>Surface Vibration Model</vt:lpstr>
      <vt:lpstr>Modal Decomposition</vt:lpstr>
      <vt:lpstr>Second-order modal oscillator: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Shoham Perry</dc:creator>
  <cp:lastModifiedBy>Shoham Perry</cp:lastModifiedBy>
  <cp:revision>8</cp:revision>
  <dcterms:created xsi:type="dcterms:W3CDTF">2026-06-13T06:50:58Z</dcterms:created>
  <dcterms:modified xsi:type="dcterms:W3CDTF">2026-06-15T11:32:08Z</dcterms:modified>
</cp:coreProperties>
</file>